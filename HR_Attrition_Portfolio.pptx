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BB44B-32E1-C315-35BB-96E06CD45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CD09B-FB39-0ABB-F142-0EA8068FF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89A0B-D8D7-80D4-2358-E3E7AC35A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B005E-B10F-391A-E184-F0892A1B7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F2D20-8B68-289E-6E12-41A26328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985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3D96-393D-FE39-7116-D1D225C9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AF086-F3FC-FBA2-AE06-4F334C7B5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A0CBF-9A60-7BB7-EEB7-37026B1BB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3A47-A44B-BD77-3D43-A60D8A88E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216BB-97DD-89D8-1D59-79FE31B25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782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CAAB8-08B2-9EFF-3781-D4395AAD9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EFAFA-DFED-AB29-D5A3-7718E0638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44F16-244B-D3A6-DA47-FF5474F93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8EF18-6F93-1FEF-6CBA-55401234C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232EA-966A-FFA2-E1A5-5F5FE7BB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65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A66EA-6056-217C-296C-FBA259C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AA2FE-DEC0-7B7B-FBF3-947FC5DFD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35380-DAA3-4DFA-10CB-435086448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1FD91-2B3B-0B21-F618-ABC18D77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75872-51F0-97EF-7C5F-05A16EC4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9CFE1-7430-1CC3-879F-25075D016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29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0783-B98B-F4E6-D05A-CBF81650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41A52-7963-CBDC-C50E-CF1031121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74375-9636-C5A8-3F18-63493BD7A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22E497-51E8-6635-93FE-6A9185195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869B57-6ADD-D53F-5AE9-380D12F3C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406221-AD6A-8124-B672-C6B1E4BB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1BCE0B-760C-FA37-ECC7-415AF598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5C108F-EED8-52C3-43A5-0946D79EF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408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2985C-503D-1A51-DCCF-D2145325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1A87EF-152C-9A6E-73EB-76C1C08B4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F3611-BB46-432E-5896-F999D725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DB691-D2A4-0B28-1A4C-EE136F5D9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378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880B96-9C4F-1ACE-CD4A-DBE040DC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4F19E-FDC9-929E-AEEA-062F0E863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4E17D-BC96-3950-BD53-FF392E5AC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59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832DF-0172-EAA7-D579-B8EE0974D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0BCE6-7F84-6261-C7D5-259ADF7DB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DF2FF-EAB9-47E3-8A7F-E1B04004A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505B5-443F-E400-27D3-A0801235F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05FE6-07ED-0BC8-7DBD-0850AF1DE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13D5F-BF2F-C054-E442-800540389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36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FE6F-7434-A16C-8147-50363950F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CAAD3-B25D-83D7-E605-2E4BFD9A91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D1475-6DD9-D2DB-FCE6-62D858BC6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E7F18-964D-A01A-54B9-C58584E7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CA29A-F521-5BFB-55A8-3E1932D14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B4A33-A549-4C20-A98D-41B99DA0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05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8F6C-98BD-B627-C236-778796A7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0EA4F-D345-82E5-9742-234AE51BC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4CBB2-2B0E-575D-4CFB-C35378E2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57202-B9B5-3251-33BC-BD84030D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D4137-831C-4D3F-5EF8-D6797F85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102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61C405-AE0B-7BE4-61D1-0D49BC7173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FA50B-0C7D-9B4A-D091-AB75BC61E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3AF6B-DB78-378F-19A4-914DE3AD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9E26B-6C0F-5EBC-2D6C-BD3CCDEA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54BC7-C4CF-56B6-B35F-F7A02211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73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138C17-3B39-41C8-8933-CCEED9FF2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1465E-AC2D-DA8C-5875-636193245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AF71D-AA03-C9C7-F36B-7B304EF3C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01E82-C5AF-4889-AFEB-166E0EF9A1B4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29C33-0C73-0464-CEC5-ABFA157AD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12CBD-A339-B155-EAAB-856348ED6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33365-8875-403B-AE07-E372DFF0B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14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5610-F796-387D-2BF6-0293914151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A9E0E-109D-F3FB-EACA-F83DD85FB2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0B998-A8D7-2C8D-50BA-7F8B5066B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09"/>
            <a:ext cx="12192000" cy="675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16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2F391-5B4F-20B1-CAC1-6A2344986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39"/>
            <a:ext cx="12192000" cy="680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87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003271-F040-C13E-E913-53A57EFB5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18"/>
            <a:ext cx="12192000" cy="679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1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371EEC-B7FC-06E5-8747-E734F8AA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294837"/>
            <a:ext cx="11345858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13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276E77-7DDF-0655-BB29-E2DD8B14E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" y="0"/>
            <a:ext cx="121598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932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100359-506D-FC81-F028-7B07A548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" y="0"/>
            <a:ext cx="1218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116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F391E4-5585-0914-E297-10B02D869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09"/>
            <a:ext cx="12192000" cy="675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5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 Goel</dc:creator>
  <cp:lastModifiedBy>Sonal Goel</cp:lastModifiedBy>
  <cp:revision>1</cp:revision>
  <dcterms:created xsi:type="dcterms:W3CDTF">2025-10-28T07:06:31Z</dcterms:created>
  <dcterms:modified xsi:type="dcterms:W3CDTF">2025-10-28T07:07:11Z</dcterms:modified>
</cp:coreProperties>
</file>